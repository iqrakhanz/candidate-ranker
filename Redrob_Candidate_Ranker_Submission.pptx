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80000"/>
              </a:lnSpc>
              <a:spcBef>
                <a:spcPts val="0"/>
              </a:spcBef>
              <a:spcAft>
                <a:spcPts val="300"/>
              </a:spcAft>
              <a:buNone/>
              <a:defRPr sz="1400" b="1">
                <a:solidFill>
                  <a:srgbClr val="202729"/>
                </a:solidFill>
                <a:latin typeface="Manrope SemiBold"/>
              </a:defRPr>
            </a:pPr>
            <a:r>
              <a:t>Team Name : Redrob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70000"/>
              </a:lnSpc>
              <a:spcBef>
                <a:spcPts val="0"/>
              </a:spcBef>
              <a:spcAft>
                <a:spcPts val="300"/>
              </a:spcAft>
              <a:buNone/>
              <a:defRPr sz="1200" b="1">
                <a:solidFill>
                  <a:srgbClr val="202729"/>
                </a:solidFill>
                <a:latin typeface="Manrope SemiBold"/>
              </a:defRPr>
            </a:pPr>
            <a:r>
              <a:t>Problem Statement : Build a CPU-only, fully offline Candidate Discovery &amp; Ranking engine that filters out fraudulent profiles (honeypots) and ranks the top 100 candidates from a 100,000-profile candidate pool against a Senior AI Engineer JD in under 5 minutes with &lt;=16GB RAM.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rtl="0" algn="l">
              <a:lnSpc>
                <a:spcPct val="80000"/>
              </a:lnSpc>
              <a:spcBef>
                <a:spcPts val="0"/>
              </a:spcBef>
              <a:spcAft>
                <a:spcPts val="300"/>
              </a:spcAft>
              <a:buNone/>
              <a:defRPr sz="1400" b="1">
                <a:solidFill>
                  <a:srgbClr val="202729"/>
                </a:solidFill>
                <a:latin typeface="Manrope SemiBold"/>
              </a:defRPr>
            </a:pPr>
            <a:r>
              <a:t>Team Leader Name : Iqra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is your proposed solution?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We built an offline, multi-threaded candidate screening pipeline in native Python. It streams candidate records line-by-line using a memory-efficient generator, filters out fraudulent submissions through automated honeypot rules, and ranks candidates using a multi-dimensional composite scoring model.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differentiates your approach from traditional candidate matching systems?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Deterministic Fraud Filtering: Identifies timeline inconsistencies, expert claims with zero experience, and experience duration inflation to reject fraudulent resumes immediately.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Contextual Semantic Parsing: Evaluates action-oriented phrases (e.g., 'built dense retrieval' vs just mentioning 'milvus') weighted by recency, rather than counting simple keyword density.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Dynamic Behavioral Coefficient: Factors in candidate response rate, assessment performance, and notice period to prioritize active candidates for recruiter outreach.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are the key requirements extracted from the JD?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Role &amp; Level: Senior AI Engineer (5-9 years YoE) to own the ranking and retrieval layers.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Key Mandates: Production experience with dense/hybrid embeddings, vector databases (Pinecone, Milvus, Qdrant), retrieval evaluation metrics (NDCG, MAP, MRR), and system-level Python engineering.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Which candidate signals are most important for determining relevance? / How does your solution evaluate candidate fit beyond keyword matching?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Multidimensional Scoring: Evaluates Skills Substance (35%), Career Trajectory (30%), Overall Experience (15%), Location (10%), and CS Education (10%).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Beyond Keywords: Checks descriptions using pre-compiled regular expressions for active achievement phrases. Penalizes job-hopping stability patterns and filters out IT services consulting shops to focus on product builders.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does your system retrieve, score, and rank candidates?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Streams JSONL records row-by-row using an generator to process the large dataset. Active candidates are distributed into parallel workers for multi-core scoring, and accumulated in a Min-Heap of size 100.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models, algorithms, or heuristics are used?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Rule-Based Feature Scorers: Individual modules compute normalized metrics [0, 1] for skills, tenure, titles, and education.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Heap Selection &amp; Deterministic Tie-Breakers: Tracks top candidates dynamically. Equal scores are resolved in alphabetical ascending order of candidate ID.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are multiple candidate signals combined into a final ranking?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Blending Formula: Final Score = JD Match Score * Behavioral Engagement Multiplier.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The behavioral multiplier [0.3, 1.0] scales candidate match based on notice periods, platform assessments, and active status.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are ranking decisions explained?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We compile a data-driven 1-2 sentence justification for each candidate detailing their exact work experience, primary skill alignment, and availability.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do you prevent hallucinations or unsupported justifications?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We bypass unstable and slow LLM calls, using a template rotation engine that maps verified profile data based on candidate rank tier. This ensures 100% factual accuracy.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does your solution handle inconsistent, low-quality, or suspicious profiles?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Honeypot Detector: Catches temporal impossibilities (e.g., job history starting prior to age 16), expert level in multiple skills with 0 months experience, experience inflation, and empty profiles claiming 100% completion.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is the complete workflow from JD input to ranked candidate output?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1. Input Configuration: Parses target JD parameters and opens the gzip/jsonl candidate pool stream.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2. Integrity Check (Layer 1): Analyzes candidates and instantly rejects those flagged by honeypot checks.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3. Parallel Feature Scoring (Layer 2): Batches candidate profiles and processes them in parallel across CPU cores.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4. Heap-based Collector: Dynamically updates the top 100 shortlist, maintaining O(N log K) sorting efficiency.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5. Outputs Generation: Generates factual justifications, exports validated submission.csv, and compiles landscape A4 PDF report.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6. Recruiter Interface Sandbox: Serves an interactive React glassmorphic recruiter console locally using Python Flask.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484632" y="1280160"/>
            <a:ext cx="8229600" cy="34747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Bef>
                <a:spcPts val="4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Modular System Architecture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Input Streamer (rank.py): Memory-efficient, low-overhead Gzip/JSONL line-by-line generator reader.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Integrity Filter (honeypot.py): Deterministic validation layer that short-circuits fraudulent candidate resumes.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Evaluation Engine (features.py): Computes normalized match parameters across 5 scoring modules.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Scaling Module (scorer.py): Adjusts match scores by platform engagement, notice periods, and assessments.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Explanation Engine (reasoning.py): Dynamically compiles factual justifications based on candidate details.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Recruiter Sandbox UI (server.py + index.html): Lightweight local Flask API serving responsive React recruiter interface.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Pipeline Data Flow Diagram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00" b="1">
                <a:solidFill>
                  <a:srgbClr val="4F46E5"/>
                </a:solidFill>
                <a:latin typeface="Courier New"/>
              </a:defRPr>
            </a:pPr>
            <a:r>
              <a:t>   [candidates.jsonl] ──&gt; [honeypot.py] ──&gt; [features.py] ──&gt; [scorer.py] ──&gt; [Min-Heap] ──&gt; [submission.csv] ──&gt; [Flask/React Console]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results or insights demonstrate ranking quality?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Shortlist Precision: 0% honeypot presence in top 100 (all 45 honeypot profiles correctly discarded).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High Relevance: Top 10 shortlisted candidates are high-quality ML/NLP/Search Engineers with verified vector search experience.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Validator Verification: The output submission.csv successfully passed all validation checks.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How does your solution meet the challenge's runtime and compute constraints?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Execution Speed: processes 100,000 candidate profiles in 35.5 seconds (Constraint: &lt; 5 minutes).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RAM footprint: Under 50 MB peak memory due to stream-oriented processing (Constraint: &lt;= 16 GB).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100% Offline: Operates entirely locally with zero API, token costs or remote dependencies.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marL="45720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Clr>
                <a:srgbClr val="7D45E0"/>
              </a:buClr>
              <a:buSzPts val="1365"/>
              <a:buFont typeface="Manrope SemiBold"/>
              <a:buChar char="●"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What technologies, frameworks, and tools were used and why?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Python 3.10+: Selected for cross-platform portability, ease of deployment, and high-performance text scanning.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re (RegEx): Used precompiled regular expressions for microsecond-level term searches in candidate descriptions.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multiprocessing: Distributes evaluation across CPU cores to slash runtime from minutes to seconds.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python-dateutil: Handles date parsing and tenure intervals correctly without fragile manual date algebra.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Flask: Lightweight micro-framework for serving the recruiter console UI and endpoint locally with zero setup.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React &amp; Tailwind CSS: CDN-decoupled single page frontend to build a modern recruiter UI sandbox without npm builds.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jsPDF &amp; AutoTable: Compiles high-fidelity landscape A4 PDF shortlist summary reports directly in the browser.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lnSpc>
                <a:spcPct val="150000"/>
              </a:lnSpc>
              <a:spcBef>
                <a:spcPts val="400"/>
              </a:spcBef>
              <a:spcAft>
                <a:spcPts val="300"/>
              </a:spcAft>
              <a:buNone/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GitHub Codebase Repository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Repository URL: https://github.com/IqraKhanZ/candidate-ranker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Recruiter Sandbox Deployments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Live SaaS URL: https://web-production-974dc.up.railway.app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Local Sandbox Console: http://localhost:5000/  [Served via server.py]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100" b="1">
                <a:solidFill>
                  <a:srgbClr val="0F172A"/>
                </a:solidFill>
                <a:latin typeface="Manrope ExtraBold"/>
              </a:defRPr>
            </a:pPr>
            <a:r>
              <a:t>Key Deliverables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Output CSV: submission.csv (Verified top 100 shortlist matching schema constraints)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PDF Summary Report: Auto-generated, recruiter-friendly A4 landscape candidate overview</a:t>
            </a:r>
          </a:p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75569"/>
                </a:solidFill>
                <a:latin typeface="Manrope SemiBold"/>
              </a:defRPr>
            </a:pPr>
            <a:r>
              <a:t>• Walkthrough Video: [Insert Loom / YouTube Demo Link]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